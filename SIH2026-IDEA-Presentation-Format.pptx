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1600" b="1">
                <a:solidFill>
                  <a:srgbClr val="002147"/>
                </a:solidFill>
              </a:rPr>
              <a:t>AI-Powered MPLADS Anomaly, Fraud &amp; Inefficiency Detection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007B83"/>
                </a:solidFill>
              </a:rPr>
              <a:t>Intelligent Decision-Support Overlay for eSAKSHI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00" b="0"/>
              <a:t/>
            </a:r>
            <a:endParaRPr lang="en-US" dirty="0"/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>
                <a:solidFill>
                  <a:srgbClr val="002147"/>
                </a:solidFill>
              </a:rPr>
              <a:t>Problem Statement ID — </a:t>
            </a:r>
            <a:r>
              <a:rPr sz="1100" b="0">
                <a:solidFill>
                  <a:srgbClr val="4A4A4A"/>
                </a:solidFill>
              </a:rPr>
              <a:t>PS-102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>
                <a:solidFill>
                  <a:srgbClr val="002147"/>
                </a:solidFill>
              </a:rPr>
              <a:t>Problem Statement Title — </a:t>
            </a:r>
            <a:r>
              <a:rPr sz="1100" b="0">
                <a:solidFill>
                  <a:srgbClr val="4A4A4A"/>
                </a:solidFill>
              </a:rPr>
              <a:t>Development of AI/ML-Based System for Enhancing Monitoring of MPLADS Scheme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>
                <a:solidFill>
                  <a:srgbClr val="002147"/>
                </a:solidFill>
              </a:rPr>
              <a:t>Theme — </a:t>
            </a:r>
            <a:r>
              <a:rPr sz="1100" b="0">
                <a:solidFill>
                  <a:srgbClr val="4A4A4A"/>
                </a:solidFill>
              </a:rPr>
              <a:t>Smart Automation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>
                <a:solidFill>
                  <a:srgbClr val="002147"/>
                </a:solidFill>
              </a:rPr>
              <a:t>PS Category — </a:t>
            </a:r>
            <a:r>
              <a:rPr sz="1100" b="0">
                <a:solidFill>
                  <a:srgbClr val="4A4A4A"/>
                </a:solidFill>
              </a:rPr>
              <a:t>Software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>
                <a:solidFill>
                  <a:srgbClr val="002147"/>
                </a:solidFill>
              </a:rPr>
              <a:t>Team ID — </a:t>
            </a:r>
            <a:r>
              <a:rPr sz="1100" b="0">
                <a:solidFill>
                  <a:srgbClr val="4A4A4A"/>
                </a:solidFill>
              </a:rPr>
              <a:t>[To be assigned on portal]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1">
                <a:solidFill>
                  <a:srgbClr val="002147"/>
                </a:solidFill>
              </a:rPr>
              <a:t>Team Name — </a:t>
            </a:r>
            <a:r>
              <a:rPr sz="1100" b="0">
                <a:solidFill>
                  <a:srgbClr val="4A4A4A"/>
                </a:solidFill>
              </a:rPr>
              <a:t>[To be updated]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2200" b="1"/>
              <a:t>AI-POWERED MPLADS ANOMALY &amp; FRAUD DETECTION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1100" b="1">
                <a:solidFill>
                  <a:srgbClr val="002147"/>
                </a:solidFill>
              </a:rPr>
              <a:t>Proposed Solution — MPLADS AI RiskIntel Platform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100" b="1">
                <a:solidFill>
                  <a:srgbClr val="002147"/>
                </a:solidFill>
              </a:rPr>
              <a:t>What It Is: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An AI-powered monitoring &amp; decision-support layer built on top of the existing eSAKSHI portal that analyzes 10,000+ MPLADS work records across 10 States &amp; 30 Districts using 11 independent AI signal engines.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100" b="1">
                <a:solidFill>
                  <a:srgbClr val="002147"/>
                </a:solidFill>
              </a:rPr>
              <a:t>How It Addresses the Problem: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Multi-Signal Risk Engine computes a composite Risk Score (0-100) from 11 weighted AI signals — combining Rule-Based Compliance, ML Statistical Outlier Detection (Isolation Forest), NLP Duplicate Detection, GIS Spatial Proximity, Payment vs Progress Gap Analysis, Cost Intelligence, Network Anomaly, Time Anomaly, and Predictive AI.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Every flagged alert includes a structured "Why This Score?" explanation with per-signal contribution breakdown — enabling officers to prioritize field verification.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National Risk Map classifies districts into Green/Yellow/Red risk zones for audit resource allocation.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100" b="1">
                <a:solidFill>
                  <a:srgbClr val="002147"/>
                </a:solidFill>
              </a:rPr>
              <a:t>Innovation &amp; Uniqueness: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GIS Spiral Intelligence — detects when same project types are repeatedly sanctioned in the same area (fund-cycling indicator).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Contractor Nexus Graph — network analysis detecting agency monopolies, concurrent overload, and shell agency patterns.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Construction Image Reuse Detection — perceptual hashing to detect identical photos submitted across different projects.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Document Intelligence — verifies completeness of mandatory MPLADS paperwork at each lifecycle stage.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The platform NEVER accuses — all findings are labeled "Potential Anomaly / Verification Required" with evidence confidence scores.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MPLADS
RiskIntel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000" b="1">
                <a:solidFill>
                  <a:srgbClr val="002147"/>
                </a:solidFill>
              </a:rPr>
              <a:t>Technologies Used: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Backend: Python 3.10+, FastAPI (REST API), Pydantic (schemas &amp; validation)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AI/ML: Scikit-Learn (Isolation Forest, LOF, Random Forest), Sentence-Transformers (semantic embeddings), TF-IDF + Cosine Similarity, Perceptual Hashing (pHash) for image analysis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Geospatial: Haversine Distance, GeoJSON boundaries, Leaflet.js (interactive maps)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Frontend: React 18 + Vite, Vanilla CSS (government design system), Lucide Icons, Chart.js/Recharts, D3.js (network graph)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AI Copilot: Google Gemini API with local RAG fallback engine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Data: NumPy, Pandas, 10,000-record synthetic eSAKSHI-aligned dataset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000" b="1">
                <a:solidFill>
                  <a:srgbClr val="002147"/>
                </a:solidFill>
              </a:rPr>
              <a:t>Methodology &amp; Architecture (Multi-Signal Pipeline):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① Data Ingestion → eSAKSHI CSV/JSON ingested &amp; validated by Data Quality Engine (scores 0-100%)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② Feature Engineering → Cost deviation ratios, spending velocity, financial-physical gap, duration ratios extracted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③ 11 Parallel AI Engines → Rule Engine (5 rules) | ML Anomaly (Isolation Forest) | NLP Duplicate (TF-IDF + Embeddings) | GIS Proximity (Haversine) | Agency Risk Profiler | Payment vs Progress | Cost Intelligence | Network Anomaly | Time Anomaly | GIS Spiral | Document Intelligence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④ Central Risk Engine v2.0 → Weighted composite score: Risk = Σ(wᵢ × Sᵢ) for 11 signals → 0-100 score → Low/Medium/High/Critical classification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⑤ Explainable Alert Generation → Natural language narrative with per-signal evidence breakdown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⑥ Human-in-the-Loop → Officer review (Escalate/Verify/Dismiss) → Immutable audit trail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⑦ Intelligence Layer → AI Copilot (Gemini + RAG) | National Risk Map (Green/Yellow/Red) | Predictive Completion Forecast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MPLADS
RiskIntel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00" b="1">
                <a:solidFill>
                  <a:srgbClr val="002147"/>
                </a:solidFill>
              </a:rPr>
              <a:t>Feasibility Analysis: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Built entirely on open-source, production-ready technologies (Python, FastAPI, React, Scikit-Learn) — no proprietary dependencies.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Data-aligned with real eSAKSHI portal structure — synthetic dataset mirrors actual MPLADS data fields (work_id, state, district, constituency, MP name, sanction amounts, progress percentages, GPS coordinates).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Operates as a decision-support overlay — does NOT replace or interfere with existing government systems.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Empirically validated: Precision 76.07%, Recall 48.37%, F1 Score 59.14% on labeled ground-truth anomaly test set.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Lightweight deployment — runs on standard cloud VMs, no GPU required for core ML pipeline.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000" b="1">
                <a:solidFill>
                  <a:srgbClr val="002147"/>
                </a:solidFill>
              </a:rPr>
              <a:t>Potential Challenges &amp; Risks: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Real-world eSAKSHI data access requires government authorization (no public API exists).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Image analysis (construction photos) requires consistent geo-tagged photo uploads by implementing agencies.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False positive management — some legitimate works may trigger anomaly signals.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Data quality varies across states — incomplete records reduce Evidence Confidence Score.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000" b="1">
                <a:solidFill>
                  <a:srgbClr val="002147"/>
                </a:solidFill>
              </a:rPr>
              <a:t>Strategies for Overcoming Challenges: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Evidence Confidence Score (0-100%) explicitly communicates data reliability to officers before action.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All alerts labeled "Verification Required" — never "Fraud" — preventing automated false accusations.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Configurable risk weights allow administrators to tune sensitivity per state/category.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Human-in-the-Loop workflow ensures no automated enforcement — officers retain full decision authority.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Data Quality Engine flags unreliable records (Invalid/Warning/Reliable) before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MPLADS
RiskIntel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00" b="1">
                <a:solidFill>
                  <a:srgbClr val="002147"/>
                </a:solidFill>
              </a:rPr>
              <a:t>Potential Impact on Target Audience: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Ministry of Statistics (MoSPI): Real-time national risk dashboard replacing manual audit selection — enables data-driven allocation of field inspection teams to highest-risk districts first.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District Collectors: Investigation dossiers with structured evidence reduce manual audit preparation time by estimated 60-70%.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Members of Parliament: Transparent tracking of constituency work progress, cost efficiency, and agency performance.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Citizens: Public request portal enables direct infrastructure grievance submission, increasing accountability.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Implementing Agencies: Performance scoring incentivizes timely completion and cost efficiency.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000" b="1">
                <a:solidFill>
                  <a:srgbClr val="002147"/>
                </a:solidFill>
              </a:rPr>
              <a:t>Social Benefits: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Strengthens public trust in MPLADS fund utilization through transparent AI-backed oversight.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Citizen Request Portal democratizes access to government infrastructure monitoring.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Reduces scope for fund misutilization, ensuring ₹3,940+ Crore annual MPLADS allocation reaches intended beneficiaries.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000" b="1">
                <a:solidFill>
                  <a:srgbClr val="002147"/>
                </a:solidFill>
              </a:rPr>
              <a:t>Economic Benefits: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Cost Intelligence Engine detects inflated estimates &amp; cost-splitting — potential savings of 15-25% on flagged projects.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National Risk Map enables efficient audit resource deployment — reducing unnecessary field visits to low-risk zones.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Predictive AI forecasts project delays early — enabling proactive intervention before cost overruns materialize.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000" b="1">
                <a:solidFill>
                  <a:srgbClr val="002147"/>
                </a:solidFill>
              </a:rPr>
              <a:t>Governance &amp; Administrative Benefits: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Append-only audit trail provides immutable record of all officer actions for RTI/CAG compliance.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Network Anomaly detection identifies contractor cartels and agency monopolies before they cause systemic damage.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</a:rPr>
              <a:t>• Document Intelligence ensures mandatory UC/NOC/Completion Certificate compliance, reducing paperwork gaps across 543 constituencies.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MPLADS
RiskIntel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100" b="1">
                <a:solidFill>
                  <a:srgbClr val="002147"/>
                </a:solidFill>
              </a:rPr>
              <a:t>Primary Government Sources: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eSAKSHI Portal (Official MPLADS Digital Platform) — https://mplads.mospi.gov.in/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MPLADS Guidelines (Revised 2016) — Ministry of Statistics &amp; Programme Implementation, Government of India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CAG Audit Reports on MPLADS Fund Utilization (2018-2023) — Comptroller &amp; Auditor General of India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Lok Sabha / Rajya Sabha MP Constituency Allocation Data — Official Parliamentary Records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100" b="1">
                <a:solidFill>
                  <a:srgbClr val="002147"/>
                </a:solidFill>
              </a:rPr>
              <a:t>Technical &amp; ML Research References: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F. T. Liu, K. M. Ting, Z. Zhou — "Isolation Forest" (IEEE ICDM 2008) — Foundation for unsupervised anomaly detection engine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M. M. Breunig et al. — "LOF: Identifying Density-Based Local Outliers" (ACM SIGMOD 2000) — Local Outlier Factor methodology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Sentence-BERT: Sentence Embeddings using Siamese BERT-Networks (Reimers &amp; Gurevych, 2019) — Semantic duplicate detection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Perceptual Hashing — pHash algorithm for image fingerprinting &amp; cross-project reuse detection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Haversine Formula — Great-circle distance for geospatial proximity and spiral pattern detection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100" b="1">
                <a:solidFill>
                  <a:srgbClr val="002147"/>
                </a:solidFill>
              </a:rPr>
              <a:t>Data &amp; Domain References: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Allocated Limit for Hon'ble MPs (Official Excel Database) — 543 Lok Sabha MP allocation records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State-wise MPLADS expenditure and work completion statistics (eSAKSHI public dashboard data)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</a:rPr>
              <a:t>• GitHub Repository: https://github.com/sujoy18207/SIH2026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MPLADS
RiskIntel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